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Horizon" charset="1" panose="02000500000000000000"/>
      <p:regular r:id="rId27"/>
    </p:embeddedFont>
    <p:embeddedFont>
      <p:font typeface="Telegraf Bold" charset="1" panose="00000800000000000000"/>
      <p:regular r:id="rId28"/>
    </p:embeddedFont>
    <p:embeddedFont>
      <p:font typeface="Archivo Black" charset="1" panose="020B0A03020202020B04"/>
      <p:regular r:id="rId29"/>
    </p:embeddedFont>
    <p:embeddedFont>
      <p:font typeface="Poppins" charset="1" panose="00000500000000000000"/>
      <p:regular r:id="rId30"/>
    </p:embeddedFont>
    <p:embeddedFont>
      <p:font typeface="Poppins Bold" charset="1" panose="00000800000000000000"/>
      <p:regular r:id="rId31"/>
    </p:embeddedFont>
    <p:embeddedFont>
      <p:font typeface="IBM Plex Mono" charset="1" panose="020B0509050203000203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embeddings/oleObject1.bin" Type="http://schemas.openxmlformats.org/officeDocument/2006/relationships/oleObject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embeddings/oleObject2.bin" Type="http://schemas.openxmlformats.org/officeDocument/2006/relationships/oleObject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embeddings/oleObject3.bin" Type="http://schemas.openxmlformats.org/officeDocument/2006/relationships/oleObject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embeddings/oleObject4.bin" Type="http://schemas.openxmlformats.org/officeDocument/2006/relationships/oleObject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82417" y="487287"/>
            <a:ext cx="10841839" cy="8632846"/>
          </a:xfrm>
          <a:custGeom>
            <a:avLst/>
            <a:gdLst/>
            <a:ahLst/>
            <a:cxnLst/>
            <a:rect r="r" b="b" t="t" l="l"/>
            <a:pathLst>
              <a:path h="8632846" w="10841839">
                <a:moveTo>
                  <a:pt x="0" y="0"/>
                </a:moveTo>
                <a:lnTo>
                  <a:pt x="10841839" y="0"/>
                </a:lnTo>
                <a:lnTo>
                  <a:pt x="10841839" y="8632846"/>
                </a:lnTo>
                <a:lnTo>
                  <a:pt x="0" y="8632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6812" y="500604"/>
            <a:ext cx="2680691" cy="1383236"/>
          </a:xfrm>
          <a:custGeom>
            <a:avLst/>
            <a:gdLst/>
            <a:ahLst/>
            <a:cxnLst/>
            <a:rect r="r" b="b" t="t" l="l"/>
            <a:pathLst>
              <a:path h="1383236" w="2680691">
                <a:moveTo>
                  <a:pt x="0" y="0"/>
                </a:moveTo>
                <a:lnTo>
                  <a:pt x="2680691" y="0"/>
                </a:lnTo>
                <a:lnTo>
                  <a:pt x="2680691" y="1383237"/>
                </a:lnTo>
                <a:lnTo>
                  <a:pt x="0" y="1383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22195" y="2869357"/>
            <a:ext cx="15643611" cy="352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63"/>
              </a:lnSpc>
            </a:pPr>
            <a:r>
              <a:rPr lang="en-US" sz="11188" spc="-50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Horizon"/>
                <a:ea typeface="Horizon"/>
                <a:cs typeface="Horizon"/>
                <a:sym typeface="Horizon"/>
              </a:rPr>
              <a:t>OPERAção:</a:t>
            </a:r>
          </a:p>
          <a:p>
            <a:pPr algn="ctr">
              <a:lnSpc>
                <a:spcPts val="11464"/>
              </a:lnSpc>
              <a:spcBef>
                <a:spcPct val="0"/>
              </a:spcBef>
            </a:pPr>
            <a:r>
              <a:rPr lang="en-US" sz="8189" spc="-36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Horizon"/>
                <a:ea typeface="Horizon"/>
                <a:cs typeface="Horizon"/>
                <a:sym typeface="Horizon"/>
              </a:rPr>
              <a:t>A COBRA VAI FUMAR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5667684">
            <a:off x="690726" y="2388952"/>
            <a:ext cx="16257372" cy="19914376"/>
          </a:xfrm>
          <a:custGeom>
            <a:avLst/>
            <a:gdLst/>
            <a:ahLst/>
            <a:cxnLst/>
            <a:rect r="r" b="b" t="t" l="l"/>
            <a:pathLst>
              <a:path h="19914376" w="16257372">
                <a:moveTo>
                  <a:pt x="16257373" y="0"/>
                </a:moveTo>
                <a:lnTo>
                  <a:pt x="0" y="0"/>
                </a:lnTo>
                <a:lnTo>
                  <a:pt x="0" y="19914376"/>
                </a:lnTo>
                <a:lnTo>
                  <a:pt x="16257373" y="19914376"/>
                </a:lnTo>
                <a:lnTo>
                  <a:pt x="1625737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28815" y="2203062"/>
            <a:ext cx="8249045" cy="1277418"/>
            <a:chOff x="0" y="0"/>
            <a:chExt cx="1773713" cy="274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3713" cy="274671"/>
            </a:xfrm>
            <a:custGeom>
              <a:avLst/>
              <a:gdLst/>
              <a:ahLst/>
              <a:cxnLst/>
              <a:rect r="r" b="b" t="t" l="l"/>
              <a:pathLst>
                <a:path h="274671" w="1773713">
                  <a:moveTo>
                    <a:pt x="23463" y="0"/>
                  </a:moveTo>
                  <a:lnTo>
                    <a:pt x="1750250" y="0"/>
                  </a:lnTo>
                  <a:cubicBezTo>
                    <a:pt x="1756472" y="0"/>
                    <a:pt x="1762440" y="2472"/>
                    <a:pt x="1766840" y="6872"/>
                  </a:cubicBezTo>
                  <a:cubicBezTo>
                    <a:pt x="1771241" y="11272"/>
                    <a:pt x="1773713" y="17240"/>
                    <a:pt x="1773713" y="23463"/>
                  </a:cubicBezTo>
                  <a:lnTo>
                    <a:pt x="1773713" y="251208"/>
                  </a:lnTo>
                  <a:cubicBezTo>
                    <a:pt x="1773713" y="257431"/>
                    <a:pt x="1771241" y="263398"/>
                    <a:pt x="1766840" y="267799"/>
                  </a:cubicBezTo>
                  <a:cubicBezTo>
                    <a:pt x="1762440" y="272199"/>
                    <a:pt x="1756472" y="274671"/>
                    <a:pt x="1750250" y="274671"/>
                  </a:cubicBezTo>
                  <a:lnTo>
                    <a:pt x="23463" y="274671"/>
                  </a:lnTo>
                  <a:cubicBezTo>
                    <a:pt x="17240" y="274671"/>
                    <a:pt x="11272" y="272199"/>
                    <a:pt x="6872" y="267799"/>
                  </a:cubicBezTo>
                  <a:cubicBezTo>
                    <a:pt x="2472" y="263398"/>
                    <a:pt x="0" y="257431"/>
                    <a:pt x="0" y="251208"/>
                  </a:cubicBezTo>
                  <a:lnTo>
                    <a:pt x="0" y="23463"/>
                  </a:lnTo>
                  <a:cubicBezTo>
                    <a:pt x="0" y="17240"/>
                    <a:pt x="2472" y="11272"/>
                    <a:pt x="6872" y="6872"/>
                  </a:cubicBezTo>
                  <a:cubicBezTo>
                    <a:pt x="11272" y="2472"/>
                    <a:pt x="17240" y="0"/>
                    <a:pt x="234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773713" cy="360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28149" y="6806520"/>
            <a:ext cx="8249045" cy="1277418"/>
            <a:chOff x="0" y="0"/>
            <a:chExt cx="1773713" cy="2746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73713" cy="274671"/>
            </a:xfrm>
            <a:custGeom>
              <a:avLst/>
              <a:gdLst/>
              <a:ahLst/>
              <a:cxnLst/>
              <a:rect r="r" b="b" t="t" l="l"/>
              <a:pathLst>
                <a:path h="274671" w="1773713">
                  <a:moveTo>
                    <a:pt x="23463" y="0"/>
                  </a:moveTo>
                  <a:lnTo>
                    <a:pt x="1750250" y="0"/>
                  </a:lnTo>
                  <a:cubicBezTo>
                    <a:pt x="1756472" y="0"/>
                    <a:pt x="1762440" y="2472"/>
                    <a:pt x="1766840" y="6872"/>
                  </a:cubicBezTo>
                  <a:cubicBezTo>
                    <a:pt x="1771241" y="11272"/>
                    <a:pt x="1773713" y="17240"/>
                    <a:pt x="1773713" y="23463"/>
                  </a:cubicBezTo>
                  <a:lnTo>
                    <a:pt x="1773713" y="251208"/>
                  </a:lnTo>
                  <a:cubicBezTo>
                    <a:pt x="1773713" y="257431"/>
                    <a:pt x="1771241" y="263398"/>
                    <a:pt x="1766840" y="267799"/>
                  </a:cubicBezTo>
                  <a:cubicBezTo>
                    <a:pt x="1762440" y="272199"/>
                    <a:pt x="1756472" y="274671"/>
                    <a:pt x="1750250" y="274671"/>
                  </a:cubicBezTo>
                  <a:lnTo>
                    <a:pt x="23463" y="274671"/>
                  </a:lnTo>
                  <a:cubicBezTo>
                    <a:pt x="17240" y="274671"/>
                    <a:pt x="11272" y="272199"/>
                    <a:pt x="6872" y="267799"/>
                  </a:cubicBezTo>
                  <a:cubicBezTo>
                    <a:pt x="2472" y="263398"/>
                    <a:pt x="0" y="257431"/>
                    <a:pt x="0" y="251208"/>
                  </a:cubicBezTo>
                  <a:lnTo>
                    <a:pt x="0" y="23463"/>
                  </a:lnTo>
                  <a:cubicBezTo>
                    <a:pt x="0" y="17240"/>
                    <a:pt x="2472" y="11272"/>
                    <a:pt x="6872" y="6872"/>
                  </a:cubicBezTo>
                  <a:cubicBezTo>
                    <a:pt x="11272" y="2472"/>
                    <a:pt x="17240" y="0"/>
                    <a:pt x="234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1773713" cy="360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5317792">
            <a:off x="-5698282" y="-4957959"/>
            <a:ext cx="13111280" cy="18681876"/>
          </a:xfrm>
          <a:custGeom>
            <a:avLst/>
            <a:gdLst/>
            <a:ahLst/>
            <a:cxnLst/>
            <a:rect r="r" b="b" t="t" l="l"/>
            <a:pathLst>
              <a:path h="18681876" w="13111280">
                <a:moveTo>
                  <a:pt x="13111280" y="0"/>
                </a:moveTo>
                <a:lnTo>
                  <a:pt x="0" y="0"/>
                </a:lnTo>
                <a:lnTo>
                  <a:pt x="0" y="18681876"/>
                </a:lnTo>
                <a:lnTo>
                  <a:pt x="13111280" y="18681876"/>
                </a:lnTo>
                <a:lnTo>
                  <a:pt x="1311128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10806" y="4459179"/>
            <a:ext cx="15436019" cy="1448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68"/>
              </a:lnSpc>
            </a:pPr>
            <a:r>
              <a:rPr lang="en-US" b="true" sz="10067" spc="-453">
                <a:solidFill>
                  <a:srgbClr val="100160"/>
                </a:solidFill>
                <a:latin typeface="Telegraf Bold"/>
                <a:ea typeface="Telegraf Bold"/>
                <a:cs typeface="Telegraf Bold"/>
                <a:sym typeface="Telegraf Bold"/>
              </a:rPr>
              <a:t>O que é um Hackathon 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32313" y="2243169"/>
            <a:ext cx="7442050" cy="10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753"/>
              </a:lnSpc>
            </a:pPr>
            <a:r>
              <a:rPr lang="en-US" sz="6252" spc="-27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HACKA - ‘Quebrar’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00444" y="6860520"/>
            <a:ext cx="7530423" cy="10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753"/>
              </a:lnSpc>
            </a:pPr>
            <a:r>
              <a:rPr lang="en-US" sz="6252" spc="-27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THON - ‘Maratona’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9636639" y="3480480"/>
            <a:ext cx="563805" cy="1127831"/>
          </a:xfrm>
          <a:prstGeom prst="line">
            <a:avLst/>
          </a:prstGeom>
          <a:ln cap="flat" w="47625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 flipV="true">
            <a:off x="11444377" y="5514931"/>
            <a:ext cx="2408295" cy="1291589"/>
          </a:xfrm>
          <a:prstGeom prst="line">
            <a:avLst/>
          </a:prstGeom>
          <a:ln cap="flat" w="47625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47685" y="0"/>
            <a:ext cx="6792629" cy="10287000"/>
          </a:xfrm>
          <a:custGeom>
            <a:avLst/>
            <a:gdLst/>
            <a:ahLst/>
            <a:cxnLst/>
            <a:rect r="r" b="b" t="t" l="l"/>
            <a:pathLst>
              <a:path h="10287000" w="6792629">
                <a:moveTo>
                  <a:pt x="0" y="0"/>
                </a:moveTo>
                <a:lnTo>
                  <a:pt x="6792630" y="0"/>
                </a:lnTo>
                <a:lnTo>
                  <a:pt x="67926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28472" y="279998"/>
            <a:ext cx="13813203" cy="643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54"/>
              </a:lnSpc>
            </a:pPr>
            <a:r>
              <a:rPr lang="en-US" sz="9610" spc="-432">
                <a:solidFill>
                  <a:srgbClr val="100160"/>
                </a:solidFill>
                <a:latin typeface="Horizon"/>
                <a:ea typeface="Horizon"/>
                <a:cs typeface="Horizon"/>
                <a:sym typeface="Horizon"/>
              </a:rPr>
              <a:t>QUAL O OBJETIVO DO EVENTO</a:t>
            </a:r>
            <a:r>
              <a:rPr lang="en-US" sz="9610" spc="-432">
                <a:solidFill>
                  <a:srgbClr val="100160"/>
                </a:solidFill>
                <a:latin typeface="Horizon"/>
                <a:ea typeface="Horizon"/>
                <a:cs typeface="Horizon"/>
                <a:sym typeface="Horizon"/>
              </a:rPr>
              <a:t> ?</a:t>
            </a:r>
          </a:p>
          <a:p>
            <a:pPr algn="ctr">
              <a:lnSpc>
                <a:spcPts val="9847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373191" y="7255176"/>
            <a:ext cx="3038386" cy="1591009"/>
          </a:xfrm>
          <a:custGeom>
            <a:avLst/>
            <a:gdLst/>
            <a:ahLst/>
            <a:cxnLst/>
            <a:rect r="r" b="b" t="t" l="l"/>
            <a:pathLst>
              <a:path h="1591009" w="3038386">
                <a:moveTo>
                  <a:pt x="0" y="0"/>
                </a:moveTo>
                <a:lnTo>
                  <a:pt x="3038386" y="0"/>
                </a:lnTo>
                <a:lnTo>
                  <a:pt x="3038386" y="1591009"/>
                </a:lnTo>
                <a:lnTo>
                  <a:pt x="0" y="1591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95396" y="5622290"/>
            <a:ext cx="13097208" cy="381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>
                <a:solidFill>
                  <a:srgbClr val="100160"/>
                </a:solidFill>
                <a:latin typeface="Poppins"/>
                <a:ea typeface="Poppins"/>
                <a:cs typeface="Poppins"/>
                <a:sym typeface="Poppins"/>
              </a:rPr>
              <a:t>Hackathons são pontes para o mercado. Empresas como Nubank, iFood e Magalu utilizam esses eventos para encontrar os talentos que resolvem problemas reais, ESSE É O PRIMEIRO CONTATO!</a:t>
            </a:r>
          </a:p>
          <a:p>
            <a:pPr algn="just">
              <a:lnSpc>
                <a:spcPts val="4339"/>
              </a:lnSpc>
            </a:pPr>
          </a:p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100160"/>
                </a:solidFill>
                <a:latin typeface="Poppins"/>
                <a:ea typeface="Poppins"/>
                <a:cs typeface="Poppins"/>
                <a:sym typeface="Poppins"/>
              </a:rPr>
              <a:t>DESAFIOS</a:t>
            </a:r>
            <a:r>
              <a:rPr lang="en-US" sz="3099">
                <a:solidFill>
                  <a:srgbClr val="100160"/>
                </a:solidFill>
                <a:latin typeface="Poppins"/>
                <a:ea typeface="Poppins"/>
                <a:cs typeface="Poppins"/>
                <a:sym typeface="Poppins"/>
              </a:rPr>
              <a:t> &amp;&amp; TRABALHO EM EQUIPE == PREMIAÇÃO</a:t>
            </a:r>
          </a:p>
          <a:p>
            <a:pPr algn="ctr">
              <a:lnSpc>
                <a:spcPts val="4339"/>
              </a:lnSpc>
            </a:pPr>
          </a:p>
          <a:p>
            <a:pPr algn="just">
              <a:lnSpc>
                <a:spcPts val="433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47685" y="0"/>
            <a:ext cx="6792629" cy="10287000"/>
          </a:xfrm>
          <a:custGeom>
            <a:avLst/>
            <a:gdLst/>
            <a:ahLst/>
            <a:cxnLst/>
            <a:rect r="r" b="b" t="t" l="l"/>
            <a:pathLst>
              <a:path h="10287000" w="6792629">
                <a:moveTo>
                  <a:pt x="0" y="0"/>
                </a:moveTo>
                <a:lnTo>
                  <a:pt x="6792630" y="0"/>
                </a:lnTo>
                <a:lnTo>
                  <a:pt x="67926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22195" y="2961492"/>
            <a:ext cx="15643611" cy="4021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63"/>
              </a:lnSpc>
              <a:spcBef>
                <a:spcPct val="0"/>
              </a:spcBef>
            </a:pPr>
            <a:r>
              <a:rPr lang="en-US" sz="11188" spc="-503">
                <a:solidFill>
                  <a:srgbClr val="100160"/>
                </a:solidFill>
                <a:latin typeface="Horizon"/>
                <a:ea typeface="Horizon"/>
                <a:cs typeface="Horizon"/>
                <a:sym typeface="Horizon"/>
              </a:rPr>
              <a:t>escassez TEMPO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38888"/>
            <a:ext cx="13097208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>
                <a:solidFill>
                  <a:srgbClr val="100160"/>
                </a:solidFill>
                <a:latin typeface="Poppins"/>
                <a:ea typeface="Poppins"/>
                <a:cs typeface="Poppins"/>
                <a:sym typeface="Poppins"/>
              </a:rPr>
              <a:t>Bem vindo aos nossos maiores pesadelos,</a:t>
            </a: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47685" y="0"/>
            <a:ext cx="6792629" cy="10287000"/>
          </a:xfrm>
          <a:custGeom>
            <a:avLst/>
            <a:gdLst/>
            <a:ahLst/>
            <a:cxnLst/>
            <a:rect r="r" b="b" t="t" l="l"/>
            <a:pathLst>
              <a:path h="10287000" w="6792629">
                <a:moveTo>
                  <a:pt x="0" y="0"/>
                </a:moveTo>
                <a:lnTo>
                  <a:pt x="6792630" y="0"/>
                </a:lnTo>
                <a:lnTo>
                  <a:pt x="67926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22195" y="2961492"/>
            <a:ext cx="15643611" cy="4021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63"/>
              </a:lnSpc>
              <a:spcBef>
                <a:spcPct val="0"/>
              </a:spcBef>
            </a:pPr>
            <a:r>
              <a:rPr lang="en-US" sz="11188" spc="-503">
                <a:solidFill>
                  <a:srgbClr val="100160"/>
                </a:solidFill>
                <a:latin typeface="Horizon"/>
                <a:ea typeface="Horizon"/>
                <a:cs typeface="Horizon"/>
                <a:sym typeface="Horizon"/>
              </a:rPr>
              <a:t>Problemas complexos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38888"/>
            <a:ext cx="13097208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>
                <a:solidFill>
                  <a:srgbClr val="100160"/>
                </a:solidFill>
                <a:latin typeface="Poppins"/>
                <a:ea typeface="Poppins"/>
                <a:cs typeface="Poppins"/>
                <a:sym typeface="Poppins"/>
              </a:rPr>
              <a:t>Bem vindo aos nossos maiores pesadelos,</a:t>
            </a: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47685" y="0"/>
            <a:ext cx="6792629" cy="10287000"/>
          </a:xfrm>
          <a:custGeom>
            <a:avLst/>
            <a:gdLst/>
            <a:ahLst/>
            <a:cxnLst/>
            <a:rect r="r" b="b" t="t" l="l"/>
            <a:pathLst>
              <a:path h="10287000" w="6792629">
                <a:moveTo>
                  <a:pt x="0" y="0"/>
                </a:moveTo>
                <a:lnTo>
                  <a:pt x="6792630" y="0"/>
                </a:lnTo>
                <a:lnTo>
                  <a:pt x="67926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22195" y="2961492"/>
            <a:ext cx="15643611" cy="4021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63"/>
              </a:lnSpc>
              <a:spcBef>
                <a:spcPct val="0"/>
              </a:spcBef>
            </a:pPr>
            <a:r>
              <a:rPr lang="en-US" sz="11188" spc="-503">
                <a:solidFill>
                  <a:srgbClr val="100160"/>
                </a:solidFill>
                <a:latin typeface="Horizon"/>
                <a:ea typeface="Horizon"/>
                <a:cs typeface="Horizon"/>
                <a:sym typeface="Horizon"/>
              </a:rPr>
              <a:t>e . . . TRABALHO EM EQUIPE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38888"/>
            <a:ext cx="13097208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>
                <a:solidFill>
                  <a:srgbClr val="100160"/>
                </a:solidFill>
                <a:latin typeface="Poppins"/>
                <a:ea typeface="Poppins"/>
                <a:cs typeface="Poppins"/>
                <a:sym typeface="Poppins"/>
              </a:rPr>
              <a:t>Bem vindo aos nossos maiores pesadelos,</a:t>
            </a: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2866478">
            <a:off x="-3997815" y="-10269610"/>
            <a:ext cx="11662619" cy="14286059"/>
          </a:xfrm>
          <a:custGeom>
            <a:avLst/>
            <a:gdLst/>
            <a:ahLst/>
            <a:cxnLst/>
            <a:rect r="r" b="b" t="t" l="l"/>
            <a:pathLst>
              <a:path h="14286059" w="11662619">
                <a:moveTo>
                  <a:pt x="0" y="14286059"/>
                </a:moveTo>
                <a:lnTo>
                  <a:pt x="11662619" y="14286059"/>
                </a:lnTo>
                <a:lnTo>
                  <a:pt x="11662619" y="0"/>
                </a:lnTo>
                <a:lnTo>
                  <a:pt x="0" y="0"/>
                </a:lnTo>
                <a:lnTo>
                  <a:pt x="0" y="1428605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4313" y="6401800"/>
            <a:ext cx="16230600" cy="7770400"/>
          </a:xfrm>
          <a:custGeom>
            <a:avLst/>
            <a:gdLst/>
            <a:ahLst/>
            <a:cxnLst/>
            <a:rect r="r" b="b" t="t" l="l"/>
            <a:pathLst>
              <a:path h="7770400" w="16230600">
                <a:moveTo>
                  <a:pt x="0" y="0"/>
                </a:moveTo>
                <a:lnTo>
                  <a:pt x="16230600" y="0"/>
                </a:lnTo>
                <a:lnTo>
                  <a:pt x="16230600" y="7770400"/>
                </a:lnTo>
                <a:lnTo>
                  <a:pt x="0" y="7770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9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22195" y="3103584"/>
            <a:ext cx="15643611" cy="203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63"/>
              </a:lnSpc>
              <a:spcBef>
                <a:spcPct val="0"/>
              </a:spcBef>
            </a:pPr>
            <a:r>
              <a:rPr lang="en-US" sz="11188" spc="-503">
                <a:gradFill>
                  <a:gsLst>
                    <a:gs pos="15000">
                      <a:srgbClr val="C90003">
                        <a:alpha val="100000"/>
                      </a:srgbClr>
                    </a:gs>
                    <a:gs pos="50000">
                      <a:srgbClr val="185100">
                        <a:alpha val="100000"/>
                      </a:srgbClr>
                    </a:gs>
                    <a:gs pos="85000">
                      <a:srgbClr val="64AA38">
                        <a:alpha val="100000"/>
                      </a:srgbClr>
                    </a:gs>
                  </a:gsLst>
                  <a:lin ang="18900000"/>
                </a:gradFill>
                <a:latin typeface="Horizon"/>
                <a:ea typeface="Horizon"/>
                <a:cs typeface="Horizon"/>
                <a:sym typeface="Horizon"/>
              </a:rPr>
              <a:t>EQUIPES.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-7105290">
            <a:off x="12370208" y="3430135"/>
            <a:ext cx="11662619" cy="14286059"/>
          </a:xfrm>
          <a:custGeom>
            <a:avLst/>
            <a:gdLst/>
            <a:ahLst/>
            <a:cxnLst/>
            <a:rect r="r" b="b" t="t" l="l"/>
            <a:pathLst>
              <a:path h="14286059" w="11662619">
                <a:moveTo>
                  <a:pt x="0" y="14286059"/>
                </a:moveTo>
                <a:lnTo>
                  <a:pt x="11662619" y="14286059"/>
                </a:lnTo>
                <a:lnTo>
                  <a:pt x="11662619" y="0"/>
                </a:lnTo>
                <a:lnTo>
                  <a:pt x="0" y="0"/>
                </a:lnTo>
                <a:lnTo>
                  <a:pt x="0" y="1428605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8957" y="6401800"/>
            <a:ext cx="16230600" cy="7770400"/>
          </a:xfrm>
          <a:custGeom>
            <a:avLst/>
            <a:gdLst/>
            <a:ahLst/>
            <a:cxnLst/>
            <a:rect r="r" b="b" t="t" l="l"/>
            <a:pathLst>
              <a:path h="7770400" w="16230600">
                <a:moveTo>
                  <a:pt x="0" y="0"/>
                </a:moveTo>
                <a:lnTo>
                  <a:pt x="16230600" y="0"/>
                </a:lnTo>
                <a:lnTo>
                  <a:pt x="16230600" y="7770400"/>
                </a:lnTo>
                <a:lnTo>
                  <a:pt x="0" y="7770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80630" y="2851545"/>
            <a:ext cx="15326741" cy="618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b="true" sz="33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9033D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Pelo menos 1 Calouro (iniciante) e 1 Veterano (avançado) por time.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94744" y="1474780"/>
            <a:ext cx="14098513" cy="618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b="true" sz="33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9033D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As equipes devem ser formadas por </a:t>
            </a:r>
            <a:r>
              <a:rPr lang="en-US" sz="3399" b="true">
                <a:solidFill>
                  <a:srgbClr val="FA3A2F"/>
                </a:solidFill>
                <a:latin typeface="Poppins Bold"/>
                <a:ea typeface="Poppins Bold"/>
                <a:cs typeface="Poppins Bold"/>
                <a:sym typeface="Poppins Bold"/>
              </a:rPr>
              <a:t>3 a 5</a:t>
            </a:r>
            <a:r>
              <a:rPr lang="en-US" b="true" sz="33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9033D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 participantes.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4499" y="4228311"/>
            <a:ext cx="17419002" cy="558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1"/>
              </a:lnSpc>
              <a:spcBef>
                <a:spcPct val="0"/>
              </a:spcBef>
            </a:pPr>
            <a:r>
              <a:rPr lang="en-US" b="true" sz="315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9033D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Alterações de membros são estritamente </a:t>
            </a:r>
            <a:r>
              <a:rPr lang="en-US" b="true" sz="3151">
                <a:solidFill>
                  <a:srgbClr val="FA3A2F"/>
                </a:solidFill>
                <a:latin typeface="Poppins Bold"/>
                <a:ea typeface="Poppins Bold"/>
                <a:cs typeface="Poppins Bold"/>
                <a:sym typeface="Poppins Bold"/>
              </a:rPr>
              <a:t>proibidas</a:t>
            </a:r>
            <a:r>
              <a:rPr lang="en-US" b="true" sz="315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9033D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 após o início oficial dos desafios.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199203" y="2551981"/>
            <a:ext cx="2462440" cy="1289423"/>
          </a:xfrm>
          <a:custGeom>
            <a:avLst/>
            <a:gdLst/>
            <a:ahLst/>
            <a:cxnLst/>
            <a:rect r="r" b="b" t="t" l="l"/>
            <a:pathLst>
              <a:path h="1289423" w="2462440">
                <a:moveTo>
                  <a:pt x="0" y="0"/>
                </a:moveTo>
                <a:lnTo>
                  <a:pt x="2462440" y="0"/>
                </a:lnTo>
                <a:lnTo>
                  <a:pt x="2462440" y="1289423"/>
                </a:lnTo>
                <a:lnTo>
                  <a:pt x="0" y="12894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447029" y="2318600"/>
            <a:ext cx="2908133" cy="1522804"/>
          </a:xfrm>
          <a:custGeom>
            <a:avLst/>
            <a:gdLst/>
            <a:ahLst/>
            <a:cxnLst/>
            <a:rect r="r" b="b" t="t" l="l"/>
            <a:pathLst>
              <a:path h="1522804" w="2908133">
                <a:moveTo>
                  <a:pt x="0" y="0"/>
                </a:moveTo>
                <a:lnTo>
                  <a:pt x="2908132" y="0"/>
                </a:lnTo>
                <a:lnTo>
                  <a:pt x="2908132" y="1522804"/>
                </a:lnTo>
                <a:lnTo>
                  <a:pt x="0" y="15228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2866478">
            <a:off x="-3997815" y="-10269610"/>
            <a:ext cx="11662619" cy="14286059"/>
          </a:xfrm>
          <a:custGeom>
            <a:avLst/>
            <a:gdLst/>
            <a:ahLst/>
            <a:cxnLst/>
            <a:rect r="r" b="b" t="t" l="l"/>
            <a:pathLst>
              <a:path h="14286059" w="11662619">
                <a:moveTo>
                  <a:pt x="0" y="14286059"/>
                </a:moveTo>
                <a:lnTo>
                  <a:pt x="11662619" y="14286059"/>
                </a:lnTo>
                <a:lnTo>
                  <a:pt x="11662619" y="0"/>
                </a:lnTo>
                <a:lnTo>
                  <a:pt x="0" y="0"/>
                </a:lnTo>
                <a:lnTo>
                  <a:pt x="0" y="1428605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7105290">
            <a:off x="12370208" y="3430135"/>
            <a:ext cx="11662619" cy="14286059"/>
          </a:xfrm>
          <a:custGeom>
            <a:avLst/>
            <a:gdLst/>
            <a:ahLst/>
            <a:cxnLst/>
            <a:rect r="r" b="b" t="t" l="l"/>
            <a:pathLst>
              <a:path h="14286059" w="11662619">
                <a:moveTo>
                  <a:pt x="0" y="14286059"/>
                </a:moveTo>
                <a:lnTo>
                  <a:pt x="11662619" y="14286059"/>
                </a:lnTo>
                <a:lnTo>
                  <a:pt x="11662619" y="0"/>
                </a:lnTo>
                <a:lnTo>
                  <a:pt x="0" y="0"/>
                </a:lnTo>
                <a:lnTo>
                  <a:pt x="0" y="1428605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5521" y="0"/>
            <a:ext cx="16783779" cy="12706662"/>
          </a:xfrm>
          <a:custGeom>
            <a:avLst/>
            <a:gdLst/>
            <a:ahLst/>
            <a:cxnLst/>
            <a:rect r="r" b="b" t="t" l="l"/>
            <a:pathLst>
              <a:path h="12706662" w="16783779">
                <a:moveTo>
                  <a:pt x="0" y="0"/>
                </a:moveTo>
                <a:lnTo>
                  <a:pt x="16783779" y="0"/>
                </a:lnTo>
                <a:lnTo>
                  <a:pt x="16783779" y="12706662"/>
                </a:lnTo>
                <a:lnTo>
                  <a:pt x="0" y="127066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22195" y="3952092"/>
            <a:ext cx="15643611" cy="203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63"/>
              </a:lnSpc>
              <a:spcBef>
                <a:spcPct val="0"/>
              </a:spcBef>
            </a:pPr>
            <a:r>
              <a:rPr lang="en-US" sz="11188" spc="-503">
                <a:gradFill>
                  <a:gsLst>
                    <a:gs pos="15000">
                      <a:srgbClr val="C90003">
                        <a:alpha val="100000"/>
                      </a:srgbClr>
                    </a:gs>
                    <a:gs pos="50000">
                      <a:srgbClr val="185100">
                        <a:alpha val="100000"/>
                      </a:srgbClr>
                    </a:gs>
                    <a:gs pos="85000">
                      <a:srgbClr val="64AA38">
                        <a:alpha val="100000"/>
                      </a:srgbClr>
                    </a:gs>
                  </a:gsLst>
                  <a:lin ang="18900000"/>
                </a:gradFill>
                <a:latin typeface="Horizon"/>
                <a:ea typeface="Horizon"/>
                <a:cs typeface="Horizon"/>
                <a:sym typeface="Horizon"/>
              </a:rPr>
              <a:t>as regras</a:t>
            </a:r>
          </a:p>
        </p:txBody>
      </p: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14135" y="2795905"/>
            <a:ext cx="14859729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Não há restrições quanto ao uso de templates, bibliotecas, frameworks, linguagens de programação, computadores pessoais ou documentação.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82335" y="4525011"/>
            <a:ext cx="15123330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C90003"/>
                </a:solidFill>
                <a:latin typeface="Poppins Bold"/>
                <a:ea typeface="Poppins Bold"/>
                <a:cs typeface="Poppins Bold"/>
                <a:sym typeface="Poppins Bold"/>
              </a:rPr>
              <a:t>Mas </a:t>
            </a:r>
            <a:r>
              <a:rPr lang="en-US" b="true" sz="2799">
                <a:solidFill>
                  <a:srgbClr val="C90003"/>
                </a:solidFill>
                <a:latin typeface="Poppins Bold"/>
                <a:ea typeface="Poppins Bold"/>
                <a:cs typeface="Poppins Bold"/>
                <a:sym typeface="Poppins Bold"/>
              </a:rPr>
              <a:t>É PROIBIDO o uso de LLMs, Inteligências Artificiais ou ferramentas correlacionadas durante o desenvolvimento dos desafios.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251120"/>
            <a:ext cx="16230600" cy="150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Cada desafio deve possuir um processo de desenvolvimento independente dos demais, não sendo permitido reutilizar interfaces, códigos, templates, componentes ou outros recursos desenvolvidos para outro desafio.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0880" y="1066800"/>
            <a:ext cx="14846239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equipe deve desenvolver o maior número de desafios possível, pois cada desafio concluído contribui para a pontuação final.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342827" y="8910624"/>
            <a:ext cx="1271114" cy="1164879"/>
          </a:xfrm>
          <a:custGeom>
            <a:avLst/>
            <a:gdLst/>
            <a:ahLst/>
            <a:cxnLst/>
            <a:rect r="r" b="b" t="t" l="l"/>
            <a:pathLst>
              <a:path h="1164879" w="1271114">
                <a:moveTo>
                  <a:pt x="0" y="0"/>
                </a:moveTo>
                <a:lnTo>
                  <a:pt x="1271114" y="0"/>
                </a:lnTo>
                <a:lnTo>
                  <a:pt x="1271114" y="1164879"/>
                </a:lnTo>
                <a:lnTo>
                  <a:pt x="0" y="11648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559" r="0" b="-455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251300" y="9391235"/>
            <a:ext cx="489622" cy="531794"/>
          </a:xfrm>
          <a:custGeom>
            <a:avLst/>
            <a:gdLst/>
            <a:ahLst/>
            <a:cxnLst/>
            <a:rect r="r" b="b" t="t" l="l"/>
            <a:pathLst>
              <a:path h="531794" w="489622">
                <a:moveTo>
                  <a:pt x="0" y="0"/>
                </a:moveTo>
                <a:lnTo>
                  <a:pt x="489622" y="0"/>
                </a:lnTo>
                <a:lnTo>
                  <a:pt x="489622" y="531794"/>
                </a:lnTo>
                <a:lnTo>
                  <a:pt x="0" y="531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559" r="0" b="-455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505851" y="8999561"/>
            <a:ext cx="489622" cy="444993"/>
          </a:xfrm>
          <a:custGeom>
            <a:avLst/>
            <a:gdLst/>
            <a:ahLst/>
            <a:cxnLst/>
            <a:rect r="r" b="b" t="t" l="l"/>
            <a:pathLst>
              <a:path h="444993" w="489622">
                <a:moveTo>
                  <a:pt x="0" y="0"/>
                </a:moveTo>
                <a:lnTo>
                  <a:pt x="489622" y="0"/>
                </a:lnTo>
                <a:lnTo>
                  <a:pt x="489622" y="444993"/>
                </a:lnTo>
                <a:lnTo>
                  <a:pt x="0" y="4449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559" r="0" b="-455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494127" y="9011200"/>
            <a:ext cx="386497" cy="391376"/>
          </a:xfrm>
          <a:custGeom>
            <a:avLst/>
            <a:gdLst/>
            <a:ahLst/>
            <a:cxnLst/>
            <a:rect r="r" b="b" t="t" l="l"/>
            <a:pathLst>
              <a:path h="391376" w="386497">
                <a:moveTo>
                  <a:pt x="0" y="0"/>
                </a:moveTo>
                <a:lnTo>
                  <a:pt x="386497" y="0"/>
                </a:lnTo>
                <a:lnTo>
                  <a:pt x="386497" y="391376"/>
                </a:lnTo>
                <a:lnTo>
                  <a:pt x="0" y="3913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559" r="0" b="-455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92481" y="9433212"/>
            <a:ext cx="466182" cy="468186"/>
          </a:xfrm>
          <a:custGeom>
            <a:avLst/>
            <a:gdLst/>
            <a:ahLst/>
            <a:cxnLst/>
            <a:rect r="r" b="b" t="t" l="l"/>
            <a:pathLst>
              <a:path h="468186" w="466182">
                <a:moveTo>
                  <a:pt x="0" y="0"/>
                </a:moveTo>
                <a:lnTo>
                  <a:pt x="466182" y="0"/>
                </a:lnTo>
                <a:lnTo>
                  <a:pt x="466182" y="468187"/>
                </a:lnTo>
                <a:lnTo>
                  <a:pt x="0" y="4681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559" r="0" b="-4559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816155" y="9411582"/>
            <a:ext cx="304159" cy="511446"/>
          </a:xfrm>
          <a:custGeom>
            <a:avLst/>
            <a:gdLst/>
            <a:ahLst/>
            <a:cxnLst/>
            <a:rect r="r" b="b" t="t" l="l"/>
            <a:pathLst>
              <a:path h="511446" w="304159">
                <a:moveTo>
                  <a:pt x="0" y="0"/>
                </a:moveTo>
                <a:lnTo>
                  <a:pt x="304159" y="0"/>
                </a:lnTo>
                <a:lnTo>
                  <a:pt x="304159" y="511447"/>
                </a:lnTo>
                <a:lnTo>
                  <a:pt x="0" y="5114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559" r="0" b="-4559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210868" y="9145075"/>
            <a:ext cx="653582" cy="598958"/>
          </a:xfrm>
          <a:custGeom>
            <a:avLst/>
            <a:gdLst/>
            <a:ahLst/>
            <a:cxnLst/>
            <a:rect r="r" b="b" t="t" l="l"/>
            <a:pathLst>
              <a:path h="598958" w="653582">
                <a:moveTo>
                  <a:pt x="0" y="0"/>
                </a:moveTo>
                <a:lnTo>
                  <a:pt x="653582" y="0"/>
                </a:lnTo>
                <a:lnTo>
                  <a:pt x="653582" y="598958"/>
                </a:lnTo>
                <a:lnTo>
                  <a:pt x="0" y="598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4559" r="0" b="-4559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32574" y="9026622"/>
            <a:ext cx="489961" cy="449012"/>
          </a:xfrm>
          <a:custGeom>
            <a:avLst/>
            <a:gdLst/>
            <a:ahLst/>
            <a:cxnLst/>
            <a:rect r="r" b="b" t="t" l="l"/>
            <a:pathLst>
              <a:path h="449012" w="489961">
                <a:moveTo>
                  <a:pt x="0" y="0"/>
                </a:moveTo>
                <a:lnTo>
                  <a:pt x="489961" y="0"/>
                </a:lnTo>
                <a:lnTo>
                  <a:pt x="489961" y="449012"/>
                </a:lnTo>
                <a:lnTo>
                  <a:pt x="0" y="4490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4559" r="0" b="-4559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914921" y="9477068"/>
            <a:ext cx="582623" cy="533929"/>
          </a:xfrm>
          <a:custGeom>
            <a:avLst/>
            <a:gdLst/>
            <a:ahLst/>
            <a:cxnLst/>
            <a:rect r="r" b="b" t="t" l="l"/>
            <a:pathLst>
              <a:path h="533929" w="582623">
                <a:moveTo>
                  <a:pt x="0" y="0"/>
                </a:moveTo>
                <a:lnTo>
                  <a:pt x="582623" y="0"/>
                </a:lnTo>
                <a:lnTo>
                  <a:pt x="582623" y="533929"/>
                </a:lnTo>
                <a:lnTo>
                  <a:pt x="0" y="5339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559" r="0" b="-4559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223060" y="8972052"/>
            <a:ext cx="489622" cy="531794"/>
          </a:xfrm>
          <a:custGeom>
            <a:avLst/>
            <a:gdLst/>
            <a:ahLst/>
            <a:cxnLst/>
            <a:rect r="r" b="b" t="t" l="l"/>
            <a:pathLst>
              <a:path h="531794" w="489622">
                <a:moveTo>
                  <a:pt x="0" y="0"/>
                </a:moveTo>
                <a:lnTo>
                  <a:pt x="489622" y="0"/>
                </a:lnTo>
                <a:lnTo>
                  <a:pt x="489622" y="531794"/>
                </a:lnTo>
                <a:lnTo>
                  <a:pt x="0" y="531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559" r="0" b="-4559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750452" y="9555303"/>
            <a:ext cx="489622" cy="444993"/>
          </a:xfrm>
          <a:custGeom>
            <a:avLst/>
            <a:gdLst/>
            <a:ahLst/>
            <a:cxnLst/>
            <a:rect r="r" b="b" t="t" l="l"/>
            <a:pathLst>
              <a:path h="444993" w="489622">
                <a:moveTo>
                  <a:pt x="0" y="0"/>
                </a:moveTo>
                <a:lnTo>
                  <a:pt x="489622" y="0"/>
                </a:lnTo>
                <a:lnTo>
                  <a:pt x="489622" y="444993"/>
                </a:lnTo>
                <a:lnTo>
                  <a:pt x="0" y="4449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559" r="0" b="-4559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297636" y="8910624"/>
            <a:ext cx="386497" cy="391376"/>
          </a:xfrm>
          <a:custGeom>
            <a:avLst/>
            <a:gdLst/>
            <a:ahLst/>
            <a:cxnLst/>
            <a:rect r="r" b="b" t="t" l="l"/>
            <a:pathLst>
              <a:path h="391376" w="386497">
                <a:moveTo>
                  <a:pt x="0" y="0"/>
                </a:moveTo>
                <a:lnTo>
                  <a:pt x="386497" y="0"/>
                </a:lnTo>
                <a:lnTo>
                  <a:pt x="386497" y="391376"/>
                </a:lnTo>
                <a:lnTo>
                  <a:pt x="0" y="3913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559" r="0" b="-4559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105839" y="9463782"/>
            <a:ext cx="466182" cy="468186"/>
          </a:xfrm>
          <a:custGeom>
            <a:avLst/>
            <a:gdLst/>
            <a:ahLst/>
            <a:cxnLst/>
            <a:rect r="r" b="b" t="t" l="l"/>
            <a:pathLst>
              <a:path h="468186" w="466182">
                <a:moveTo>
                  <a:pt x="0" y="0"/>
                </a:moveTo>
                <a:lnTo>
                  <a:pt x="466182" y="0"/>
                </a:lnTo>
                <a:lnTo>
                  <a:pt x="466182" y="468186"/>
                </a:lnTo>
                <a:lnTo>
                  <a:pt x="0" y="4681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559" r="0" b="-455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378061" y="9642204"/>
            <a:ext cx="304159" cy="511446"/>
          </a:xfrm>
          <a:custGeom>
            <a:avLst/>
            <a:gdLst/>
            <a:ahLst/>
            <a:cxnLst/>
            <a:rect r="r" b="b" t="t" l="l"/>
            <a:pathLst>
              <a:path h="511446" w="304159">
                <a:moveTo>
                  <a:pt x="0" y="0"/>
                </a:moveTo>
                <a:lnTo>
                  <a:pt x="304159" y="0"/>
                </a:lnTo>
                <a:lnTo>
                  <a:pt x="304159" y="511446"/>
                </a:lnTo>
                <a:lnTo>
                  <a:pt x="0" y="5114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559" r="0" b="-4559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027033" y="9265998"/>
            <a:ext cx="653582" cy="598958"/>
          </a:xfrm>
          <a:custGeom>
            <a:avLst/>
            <a:gdLst/>
            <a:ahLst/>
            <a:cxnLst/>
            <a:rect r="r" b="b" t="t" l="l"/>
            <a:pathLst>
              <a:path h="598958" w="653582">
                <a:moveTo>
                  <a:pt x="0" y="0"/>
                </a:moveTo>
                <a:lnTo>
                  <a:pt x="653582" y="0"/>
                </a:lnTo>
                <a:lnTo>
                  <a:pt x="653582" y="598958"/>
                </a:lnTo>
                <a:lnTo>
                  <a:pt x="0" y="598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4559" r="0" b="-4559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235925" y="8924793"/>
            <a:ext cx="489961" cy="449012"/>
          </a:xfrm>
          <a:custGeom>
            <a:avLst/>
            <a:gdLst/>
            <a:ahLst/>
            <a:cxnLst/>
            <a:rect r="r" b="b" t="t" l="l"/>
            <a:pathLst>
              <a:path h="449012" w="489961">
                <a:moveTo>
                  <a:pt x="0" y="0"/>
                </a:moveTo>
                <a:lnTo>
                  <a:pt x="489961" y="0"/>
                </a:lnTo>
                <a:lnTo>
                  <a:pt x="489961" y="449012"/>
                </a:lnTo>
                <a:lnTo>
                  <a:pt x="0" y="4490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4559" r="0" b="-4559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535023" y="9477068"/>
            <a:ext cx="582623" cy="533929"/>
          </a:xfrm>
          <a:custGeom>
            <a:avLst/>
            <a:gdLst/>
            <a:ahLst/>
            <a:cxnLst/>
            <a:rect r="r" b="b" t="t" l="l"/>
            <a:pathLst>
              <a:path h="533929" w="582623">
                <a:moveTo>
                  <a:pt x="0" y="0"/>
                </a:moveTo>
                <a:lnTo>
                  <a:pt x="582623" y="0"/>
                </a:lnTo>
                <a:lnTo>
                  <a:pt x="582623" y="533929"/>
                </a:lnTo>
                <a:lnTo>
                  <a:pt x="0" y="5339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559" r="0" b="-4559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7370554" y="9555303"/>
            <a:ext cx="489622" cy="444993"/>
          </a:xfrm>
          <a:custGeom>
            <a:avLst/>
            <a:gdLst/>
            <a:ahLst/>
            <a:cxnLst/>
            <a:rect r="r" b="b" t="t" l="l"/>
            <a:pathLst>
              <a:path h="444993" w="489622">
                <a:moveTo>
                  <a:pt x="0" y="0"/>
                </a:moveTo>
                <a:lnTo>
                  <a:pt x="489622" y="0"/>
                </a:lnTo>
                <a:lnTo>
                  <a:pt x="489622" y="444993"/>
                </a:lnTo>
                <a:lnTo>
                  <a:pt x="0" y="4449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559" r="0" b="-4559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668792" y="8977866"/>
            <a:ext cx="466182" cy="546524"/>
          </a:xfrm>
          <a:custGeom>
            <a:avLst/>
            <a:gdLst/>
            <a:ahLst/>
            <a:cxnLst/>
            <a:rect r="r" b="b" t="t" l="l"/>
            <a:pathLst>
              <a:path h="546524" w="466182">
                <a:moveTo>
                  <a:pt x="0" y="0"/>
                </a:moveTo>
                <a:lnTo>
                  <a:pt x="466181" y="0"/>
                </a:lnTo>
                <a:lnTo>
                  <a:pt x="466181" y="546523"/>
                </a:lnTo>
                <a:lnTo>
                  <a:pt x="0" y="5465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820" t="0" r="-5820" b="-4361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137051" y="9627107"/>
            <a:ext cx="304159" cy="511446"/>
          </a:xfrm>
          <a:custGeom>
            <a:avLst/>
            <a:gdLst/>
            <a:ahLst/>
            <a:cxnLst/>
            <a:rect r="r" b="b" t="t" l="l"/>
            <a:pathLst>
              <a:path h="511446" w="304159">
                <a:moveTo>
                  <a:pt x="0" y="0"/>
                </a:moveTo>
                <a:lnTo>
                  <a:pt x="304159" y="0"/>
                </a:lnTo>
                <a:lnTo>
                  <a:pt x="304159" y="511446"/>
                </a:lnTo>
                <a:lnTo>
                  <a:pt x="0" y="5114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559" r="0" b="-4559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4178225" y="9011782"/>
            <a:ext cx="489961" cy="449012"/>
          </a:xfrm>
          <a:custGeom>
            <a:avLst/>
            <a:gdLst/>
            <a:ahLst/>
            <a:cxnLst/>
            <a:rect r="r" b="b" t="t" l="l"/>
            <a:pathLst>
              <a:path h="449012" w="489961">
                <a:moveTo>
                  <a:pt x="0" y="0"/>
                </a:moveTo>
                <a:lnTo>
                  <a:pt x="489962" y="0"/>
                </a:lnTo>
                <a:lnTo>
                  <a:pt x="489962" y="449012"/>
                </a:lnTo>
                <a:lnTo>
                  <a:pt x="0" y="4490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4559" r="0" b="-4559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7162251" y="8874332"/>
            <a:ext cx="386497" cy="391376"/>
          </a:xfrm>
          <a:custGeom>
            <a:avLst/>
            <a:gdLst/>
            <a:ahLst/>
            <a:cxnLst/>
            <a:rect r="r" b="b" t="t" l="l"/>
            <a:pathLst>
              <a:path h="391376" w="386497">
                <a:moveTo>
                  <a:pt x="0" y="0"/>
                </a:moveTo>
                <a:lnTo>
                  <a:pt x="386497" y="0"/>
                </a:lnTo>
                <a:lnTo>
                  <a:pt x="386497" y="391376"/>
                </a:lnTo>
                <a:lnTo>
                  <a:pt x="0" y="3913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559" r="0" b="-4559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14193" y="2101401"/>
            <a:ext cx="10659614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Caso a equipe não desenvolva pelo menos um desafio até o “DIA DO PITCH”, será desclassificada.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88016" y="3792407"/>
            <a:ext cx="14511968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aso um desafio não funcione durante a apresentação ou a equipe ultrapasse o tempo limite para iniciar sua execução, haverá desconto de pontos.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60480" y="407200"/>
            <a:ext cx="15567040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 LÍDER da equipe deverá apresentar os projetos no “DIA DO PITCH”, executando cada desafio ao vivo, </a:t>
            </a:r>
            <a:r>
              <a:rPr lang="en-US" b="true" sz="2799">
                <a:solidFill>
                  <a:srgbClr val="C90003"/>
                </a:solidFill>
                <a:latin typeface="Poppins Bold"/>
                <a:ea typeface="Poppins Bold"/>
                <a:cs typeface="Poppins Bold"/>
                <a:sym typeface="Poppins Bold"/>
              </a:rPr>
              <a:t>os avaliadores vão testar seu funcionamento durante o evento.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030691" y="8924793"/>
            <a:ext cx="1271114" cy="1164879"/>
          </a:xfrm>
          <a:custGeom>
            <a:avLst/>
            <a:gdLst/>
            <a:ahLst/>
            <a:cxnLst/>
            <a:rect r="r" b="b" t="t" l="l"/>
            <a:pathLst>
              <a:path h="1164879" w="1271114">
                <a:moveTo>
                  <a:pt x="0" y="0"/>
                </a:moveTo>
                <a:lnTo>
                  <a:pt x="1271114" y="0"/>
                </a:lnTo>
                <a:lnTo>
                  <a:pt x="1271114" y="1164878"/>
                </a:lnTo>
                <a:lnTo>
                  <a:pt x="0" y="1164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559" r="0" b="-455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30671" y="9351036"/>
            <a:ext cx="489622" cy="531794"/>
          </a:xfrm>
          <a:custGeom>
            <a:avLst/>
            <a:gdLst/>
            <a:ahLst/>
            <a:cxnLst/>
            <a:rect r="r" b="b" t="t" l="l"/>
            <a:pathLst>
              <a:path h="531794" w="489622">
                <a:moveTo>
                  <a:pt x="0" y="0"/>
                </a:moveTo>
                <a:lnTo>
                  <a:pt x="489622" y="0"/>
                </a:lnTo>
                <a:lnTo>
                  <a:pt x="489622" y="531794"/>
                </a:lnTo>
                <a:lnTo>
                  <a:pt x="0" y="531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559" r="0" b="-455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150544" y="8789286"/>
            <a:ext cx="489622" cy="444993"/>
          </a:xfrm>
          <a:custGeom>
            <a:avLst/>
            <a:gdLst/>
            <a:ahLst/>
            <a:cxnLst/>
            <a:rect r="r" b="b" t="t" l="l"/>
            <a:pathLst>
              <a:path h="444993" w="489622">
                <a:moveTo>
                  <a:pt x="0" y="0"/>
                </a:moveTo>
                <a:lnTo>
                  <a:pt x="489622" y="0"/>
                </a:lnTo>
                <a:lnTo>
                  <a:pt x="489622" y="444993"/>
                </a:lnTo>
                <a:lnTo>
                  <a:pt x="0" y="4449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559" r="0" b="-455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130776" y="8830934"/>
            <a:ext cx="386497" cy="391376"/>
          </a:xfrm>
          <a:custGeom>
            <a:avLst/>
            <a:gdLst/>
            <a:ahLst/>
            <a:cxnLst/>
            <a:rect r="r" b="b" t="t" l="l"/>
            <a:pathLst>
              <a:path h="391376" w="386497">
                <a:moveTo>
                  <a:pt x="0" y="0"/>
                </a:moveTo>
                <a:lnTo>
                  <a:pt x="386497" y="0"/>
                </a:lnTo>
                <a:lnTo>
                  <a:pt x="386497" y="391375"/>
                </a:lnTo>
                <a:lnTo>
                  <a:pt x="0" y="3913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559" r="0" b="-455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92481" y="9433212"/>
            <a:ext cx="466182" cy="468186"/>
          </a:xfrm>
          <a:custGeom>
            <a:avLst/>
            <a:gdLst/>
            <a:ahLst/>
            <a:cxnLst/>
            <a:rect r="r" b="b" t="t" l="l"/>
            <a:pathLst>
              <a:path h="468186" w="466182">
                <a:moveTo>
                  <a:pt x="0" y="0"/>
                </a:moveTo>
                <a:lnTo>
                  <a:pt x="466182" y="0"/>
                </a:lnTo>
                <a:lnTo>
                  <a:pt x="466182" y="468187"/>
                </a:lnTo>
                <a:lnTo>
                  <a:pt x="0" y="4681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559" r="0" b="-455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816155" y="9411582"/>
            <a:ext cx="304159" cy="511446"/>
          </a:xfrm>
          <a:custGeom>
            <a:avLst/>
            <a:gdLst/>
            <a:ahLst/>
            <a:cxnLst/>
            <a:rect r="r" b="b" t="t" l="l"/>
            <a:pathLst>
              <a:path h="511446" w="304159">
                <a:moveTo>
                  <a:pt x="0" y="0"/>
                </a:moveTo>
                <a:lnTo>
                  <a:pt x="304159" y="0"/>
                </a:lnTo>
                <a:lnTo>
                  <a:pt x="304159" y="511447"/>
                </a:lnTo>
                <a:lnTo>
                  <a:pt x="0" y="5114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559" r="0" b="-4559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082835" y="8845596"/>
            <a:ext cx="653582" cy="598958"/>
          </a:xfrm>
          <a:custGeom>
            <a:avLst/>
            <a:gdLst/>
            <a:ahLst/>
            <a:cxnLst/>
            <a:rect r="r" b="b" t="t" l="l"/>
            <a:pathLst>
              <a:path h="598958" w="653582">
                <a:moveTo>
                  <a:pt x="0" y="0"/>
                </a:moveTo>
                <a:lnTo>
                  <a:pt x="653582" y="0"/>
                </a:lnTo>
                <a:lnTo>
                  <a:pt x="653582" y="598958"/>
                </a:lnTo>
                <a:lnTo>
                  <a:pt x="0" y="598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4559" r="0" b="-4559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32574" y="9026622"/>
            <a:ext cx="489961" cy="449012"/>
          </a:xfrm>
          <a:custGeom>
            <a:avLst/>
            <a:gdLst/>
            <a:ahLst/>
            <a:cxnLst/>
            <a:rect r="r" b="b" t="t" l="l"/>
            <a:pathLst>
              <a:path h="449012" w="489961">
                <a:moveTo>
                  <a:pt x="0" y="0"/>
                </a:moveTo>
                <a:lnTo>
                  <a:pt x="489961" y="0"/>
                </a:lnTo>
                <a:lnTo>
                  <a:pt x="489961" y="449012"/>
                </a:lnTo>
                <a:lnTo>
                  <a:pt x="0" y="4490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4559" r="0" b="-4559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110679" y="9056138"/>
            <a:ext cx="582623" cy="533929"/>
          </a:xfrm>
          <a:custGeom>
            <a:avLst/>
            <a:gdLst/>
            <a:ahLst/>
            <a:cxnLst/>
            <a:rect r="r" b="b" t="t" l="l"/>
            <a:pathLst>
              <a:path h="533929" w="582623">
                <a:moveTo>
                  <a:pt x="0" y="0"/>
                </a:moveTo>
                <a:lnTo>
                  <a:pt x="582623" y="0"/>
                </a:lnTo>
                <a:lnTo>
                  <a:pt x="582623" y="533930"/>
                </a:lnTo>
                <a:lnTo>
                  <a:pt x="0" y="53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559" r="0" b="-4559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875079" y="9469917"/>
            <a:ext cx="518790" cy="661029"/>
          </a:xfrm>
          <a:custGeom>
            <a:avLst/>
            <a:gdLst/>
            <a:ahLst/>
            <a:cxnLst/>
            <a:rect r="r" b="b" t="t" l="l"/>
            <a:pathLst>
              <a:path h="661029" w="518790">
                <a:moveTo>
                  <a:pt x="0" y="0"/>
                </a:moveTo>
                <a:lnTo>
                  <a:pt x="518790" y="0"/>
                </a:lnTo>
                <a:lnTo>
                  <a:pt x="518790" y="661030"/>
                </a:lnTo>
                <a:lnTo>
                  <a:pt x="0" y="6610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648" t="0" r="-7648" b="-7244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993278" y="8813307"/>
            <a:ext cx="489622" cy="444993"/>
          </a:xfrm>
          <a:custGeom>
            <a:avLst/>
            <a:gdLst/>
            <a:ahLst/>
            <a:cxnLst/>
            <a:rect r="r" b="b" t="t" l="l"/>
            <a:pathLst>
              <a:path h="444993" w="489622">
                <a:moveTo>
                  <a:pt x="0" y="0"/>
                </a:moveTo>
                <a:lnTo>
                  <a:pt x="489622" y="0"/>
                </a:lnTo>
                <a:lnTo>
                  <a:pt x="489622" y="444993"/>
                </a:lnTo>
                <a:lnTo>
                  <a:pt x="0" y="4449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559" r="0" b="-4559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297636" y="8910624"/>
            <a:ext cx="386497" cy="391376"/>
          </a:xfrm>
          <a:custGeom>
            <a:avLst/>
            <a:gdLst/>
            <a:ahLst/>
            <a:cxnLst/>
            <a:rect r="r" b="b" t="t" l="l"/>
            <a:pathLst>
              <a:path h="391376" w="386497">
                <a:moveTo>
                  <a:pt x="0" y="0"/>
                </a:moveTo>
                <a:lnTo>
                  <a:pt x="386497" y="0"/>
                </a:lnTo>
                <a:lnTo>
                  <a:pt x="386497" y="391376"/>
                </a:lnTo>
                <a:lnTo>
                  <a:pt x="0" y="3913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559" r="0" b="-4559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105839" y="9302000"/>
            <a:ext cx="466182" cy="629968"/>
          </a:xfrm>
          <a:custGeom>
            <a:avLst/>
            <a:gdLst/>
            <a:ahLst/>
            <a:cxnLst/>
            <a:rect r="r" b="b" t="t" l="l"/>
            <a:pathLst>
              <a:path h="629968" w="466182">
                <a:moveTo>
                  <a:pt x="0" y="0"/>
                </a:moveTo>
                <a:lnTo>
                  <a:pt x="466182" y="0"/>
                </a:lnTo>
                <a:lnTo>
                  <a:pt x="466182" y="629968"/>
                </a:lnTo>
                <a:lnTo>
                  <a:pt x="0" y="6299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343" t="0" r="-14343" b="-4361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378061" y="9642204"/>
            <a:ext cx="304159" cy="511446"/>
          </a:xfrm>
          <a:custGeom>
            <a:avLst/>
            <a:gdLst/>
            <a:ahLst/>
            <a:cxnLst/>
            <a:rect r="r" b="b" t="t" l="l"/>
            <a:pathLst>
              <a:path h="511446" w="304159">
                <a:moveTo>
                  <a:pt x="0" y="0"/>
                </a:moveTo>
                <a:lnTo>
                  <a:pt x="304159" y="0"/>
                </a:lnTo>
                <a:lnTo>
                  <a:pt x="304159" y="511446"/>
                </a:lnTo>
                <a:lnTo>
                  <a:pt x="0" y="5114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559" r="0" b="-455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012449" y="9047242"/>
            <a:ext cx="653582" cy="598958"/>
          </a:xfrm>
          <a:custGeom>
            <a:avLst/>
            <a:gdLst/>
            <a:ahLst/>
            <a:cxnLst/>
            <a:rect r="r" b="b" t="t" l="l"/>
            <a:pathLst>
              <a:path h="598958" w="653582">
                <a:moveTo>
                  <a:pt x="0" y="0"/>
                </a:moveTo>
                <a:lnTo>
                  <a:pt x="653582" y="0"/>
                </a:lnTo>
                <a:lnTo>
                  <a:pt x="653582" y="598958"/>
                </a:lnTo>
                <a:lnTo>
                  <a:pt x="0" y="598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4559" r="0" b="-4559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973748" y="9187076"/>
            <a:ext cx="489961" cy="449012"/>
          </a:xfrm>
          <a:custGeom>
            <a:avLst/>
            <a:gdLst/>
            <a:ahLst/>
            <a:cxnLst/>
            <a:rect r="r" b="b" t="t" l="l"/>
            <a:pathLst>
              <a:path h="449012" w="489961">
                <a:moveTo>
                  <a:pt x="0" y="0"/>
                </a:moveTo>
                <a:lnTo>
                  <a:pt x="489962" y="0"/>
                </a:lnTo>
                <a:lnTo>
                  <a:pt x="489962" y="449012"/>
                </a:lnTo>
                <a:lnTo>
                  <a:pt x="0" y="4490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4559" r="0" b="-4559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535023" y="9477068"/>
            <a:ext cx="582623" cy="533929"/>
          </a:xfrm>
          <a:custGeom>
            <a:avLst/>
            <a:gdLst/>
            <a:ahLst/>
            <a:cxnLst/>
            <a:rect r="r" b="b" t="t" l="l"/>
            <a:pathLst>
              <a:path h="533929" w="582623">
                <a:moveTo>
                  <a:pt x="0" y="0"/>
                </a:moveTo>
                <a:lnTo>
                  <a:pt x="582623" y="0"/>
                </a:lnTo>
                <a:lnTo>
                  <a:pt x="582623" y="533929"/>
                </a:lnTo>
                <a:lnTo>
                  <a:pt x="0" y="5339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559" r="0" b="-4559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7605898" y="9145075"/>
            <a:ext cx="489622" cy="444993"/>
          </a:xfrm>
          <a:custGeom>
            <a:avLst/>
            <a:gdLst/>
            <a:ahLst/>
            <a:cxnLst/>
            <a:rect r="r" b="b" t="t" l="l"/>
            <a:pathLst>
              <a:path h="444993" w="489622">
                <a:moveTo>
                  <a:pt x="0" y="0"/>
                </a:moveTo>
                <a:lnTo>
                  <a:pt x="489622" y="0"/>
                </a:lnTo>
                <a:lnTo>
                  <a:pt x="489622" y="444993"/>
                </a:lnTo>
                <a:lnTo>
                  <a:pt x="0" y="4449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559" r="0" b="-4559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668792" y="8977866"/>
            <a:ext cx="466182" cy="546524"/>
          </a:xfrm>
          <a:custGeom>
            <a:avLst/>
            <a:gdLst/>
            <a:ahLst/>
            <a:cxnLst/>
            <a:rect r="r" b="b" t="t" l="l"/>
            <a:pathLst>
              <a:path h="546524" w="466182">
                <a:moveTo>
                  <a:pt x="0" y="0"/>
                </a:moveTo>
                <a:lnTo>
                  <a:pt x="466181" y="0"/>
                </a:lnTo>
                <a:lnTo>
                  <a:pt x="466181" y="546523"/>
                </a:lnTo>
                <a:lnTo>
                  <a:pt x="0" y="5465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820" t="0" r="-5820" b="-4361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137051" y="9627107"/>
            <a:ext cx="304159" cy="511446"/>
          </a:xfrm>
          <a:custGeom>
            <a:avLst/>
            <a:gdLst/>
            <a:ahLst/>
            <a:cxnLst/>
            <a:rect r="r" b="b" t="t" l="l"/>
            <a:pathLst>
              <a:path h="511446" w="304159">
                <a:moveTo>
                  <a:pt x="0" y="0"/>
                </a:moveTo>
                <a:lnTo>
                  <a:pt x="304159" y="0"/>
                </a:lnTo>
                <a:lnTo>
                  <a:pt x="304159" y="511446"/>
                </a:lnTo>
                <a:lnTo>
                  <a:pt x="0" y="5114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559" r="0" b="-4559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178225" y="9011782"/>
            <a:ext cx="489961" cy="449012"/>
          </a:xfrm>
          <a:custGeom>
            <a:avLst/>
            <a:gdLst/>
            <a:ahLst/>
            <a:cxnLst/>
            <a:rect r="r" b="b" t="t" l="l"/>
            <a:pathLst>
              <a:path h="449012" w="489961">
                <a:moveTo>
                  <a:pt x="0" y="0"/>
                </a:moveTo>
                <a:lnTo>
                  <a:pt x="489962" y="0"/>
                </a:lnTo>
                <a:lnTo>
                  <a:pt x="489962" y="449012"/>
                </a:lnTo>
                <a:lnTo>
                  <a:pt x="0" y="4490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4559" r="0" b="-4559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826335" y="8803873"/>
            <a:ext cx="386497" cy="391376"/>
          </a:xfrm>
          <a:custGeom>
            <a:avLst/>
            <a:gdLst/>
            <a:ahLst/>
            <a:cxnLst/>
            <a:rect r="r" b="b" t="t" l="l"/>
            <a:pathLst>
              <a:path h="391376" w="386497">
                <a:moveTo>
                  <a:pt x="0" y="0"/>
                </a:moveTo>
                <a:lnTo>
                  <a:pt x="386497" y="0"/>
                </a:lnTo>
                <a:lnTo>
                  <a:pt x="386497" y="391376"/>
                </a:lnTo>
                <a:lnTo>
                  <a:pt x="0" y="3913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559" r="0" b="-4559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888016" y="5483412"/>
            <a:ext cx="14511968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Todo</a:t>
            </a: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 os desafios devem ser submetidos ao GitHub do LÍDER da equipe, utilizando uma branch separada para cada desafio.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88016" y="7174417"/>
            <a:ext cx="14511968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Todo</a:t>
            </a: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 os desafios devem ser submetidos ao GitHub do LÍDER da equipe, utilizando uma branch separada para cada desafio.</a:t>
            </a:r>
          </a:p>
        </p:txBody>
      </p:sp>
    </p:spTree>
  </p:cSld>
  <p:clrMapOvr>
    <a:masterClrMapping/>
  </p:clrMapOvr>
  <p:transition spd="fast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2866478">
            <a:off x="-3997815" y="-10269610"/>
            <a:ext cx="11662619" cy="14286059"/>
          </a:xfrm>
          <a:custGeom>
            <a:avLst/>
            <a:gdLst/>
            <a:ahLst/>
            <a:cxnLst/>
            <a:rect r="r" b="b" t="t" l="l"/>
            <a:pathLst>
              <a:path h="14286059" w="11662619">
                <a:moveTo>
                  <a:pt x="0" y="14286059"/>
                </a:moveTo>
                <a:lnTo>
                  <a:pt x="11662619" y="14286059"/>
                </a:lnTo>
                <a:lnTo>
                  <a:pt x="11662619" y="0"/>
                </a:lnTo>
                <a:lnTo>
                  <a:pt x="0" y="0"/>
                </a:lnTo>
                <a:lnTo>
                  <a:pt x="0" y="1428605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22195" y="3952092"/>
            <a:ext cx="15643611" cy="203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63"/>
              </a:lnSpc>
              <a:spcBef>
                <a:spcPct val="0"/>
              </a:spcBef>
            </a:pPr>
            <a:r>
              <a:rPr lang="en-US" sz="11188" spc="-503">
                <a:gradFill>
                  <a:gsLst>
                    <a:gs pos="15000">
                      <a:srgbClr val="C90003">
                        <a:alpha val="100000"/>
                      </a:srgbClr>
                    </a:gs>
                    <a:gs pos="50000">
                      <a:srgbClr val="185100">
                        <a:alpha val="100000"/>
                      </a:srgbClr>
                    </a:gs>
                    <a:gs pos="85000">
                      <a:srgbClr val="64AA38">
                        <a:alpha val="100000"/>
                      </a:srgbClr>
                    </a:gs>
                  </a:gsLst>
                  <a:lin ang="18900000"/>
                </a:gradFill>
                <a:latin typeface="Horizon"/>
                <a:ea typeface="Horizon"/>
                <a:cs typeface="Horizon"/>
                <a:sym typeface="Horizon"/>
              </a:rPr>
              <a:t>CRONOGRAMA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-7105290">
            <a:off x="12370208" y="3430135"/>
            <a:ext cx="11662619" cy="14286059"/>
          </a:xfrm>
          <a:custGeom>
            <a:avLst/>
            <a:gdLst/>
            <a:ahLst/>
            <a:cxnLst/>
            <a:rect r="r" b="b" t="t" l="l"/>
            <a:pathLst>
              <a:path h="14286059" w="11662619">
                <a:moveTo>
                  <a:pt x="0" y="14286059"/>
                </a:moveTo>
                <a:lnTo>
                  <a:pt x="11662619" y="14286059"/>
                </a:lnTo>
                <a:lnTo>
                  <a:pt x="11662619" y="0"/>
                </a:lnTo>
                <a:lnTo>
                  <a:pt x="0" y="0"/>
                </a:lnTo>
                <a:lnTo>
                  <a:pt x="0" y="1428605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55703" y="-192219"/>
            <a:ext cx="17267237" cy="7996889"/>
          </a:xfrm>
          <a:custGeom>
            <a:avLst/>
            <a:gdLst/>
            <a:ahLst/>
            <a:cxnLst/>
            <a:rect r="r" b="b" t="t" l="l"/>
            <a:pathLst>
              <a:path h="7996889" w="17267237">
                <a:moveTo>
                  <a:pt x="0" y="0"/>
                </a:moveTo>
                <a:lnTo>
                  <a:pt x="17267237" y="0"/>
                </a:lnTo>
                <a:lnTo>
                  <a:pt x="17267237" y="7996890"/>
                </a:lnTo>
                <a:lnTo>
                  <a:pt x="0" y="7996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933401" y="1588491"/>
          <a:ext cx="7586157" cy="4274588"/>
        </p:xfrm>
        <a:graphic>
          <a:graphicData uri="http://schemas.openxmlformats.org/presentationml/2006/ole">
            <p:oleObj imgW="9105900" imgH="5791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true" rot="2866478">
            <a:off x="-4107654" y="-10640317"/>
            <a:ext cx="11662619" cy="14286059"/>
          </a:xfrm>
          <a:custGeom>
            <a:avLst/>
            <a:gdLst/>
            <a:ahLst/>
            <a:cxnLst/>
            <a:rect r="r" b="b" t="t" l="l"/>
            <a:pathLst>
              <a:path h="14286059" w="11662619">
                <a:moveTo>
                  <a:pt x="0" y="14286059"/>
                </a:moveTo>
                <a:lnTo>
                  <a:pt x="11662619" y="14286059"/>
                </a:lnTo>
                <a:lnTo>
                  <a:pt x="11662619" y="0"/>
                </a:lnTo>
                <a:lnTo>
                  <a:pt x="0" y="0"/>
                </a:lnTo>
                <a:lnTo>
                  <a:pt x="0" y="1428605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7105290">
            <a:off x="12705634" y="4742671"/>
            <a:ext cx="11662619" cy="14286059"/>
          </a:xfrm>
          <a:custGeom>
            <a:avLst/>
            <a:gdLst/>
            <a:ahLst/>
            <a:cxnLst/>
            <a:rect r="r" b="b" t="t" l="l"/>
            <a:pathLst>
              <a:path h="14286059" w="11662619">
                <a:moveTo>
                  <a:pt x="0" y="14286059"/>
                </a:moveTo>
                <a:lnTo>
                  <a:pt x="11662618" y="14286059"/>
                </a:lnTo>
                <a:lnTo>
                  <a:pt x="11662618" y="0"/>
                </a:lnTo>
                <a:lnTo>
                  <a:pt x="0" y="0"/>
                </a:lnTo>
                <a:lnTo>
                  <a:pt x="0" y="1428605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02521" y="366396"/>
            <a:ext cx="2882958" cy="910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4"/>
              </a:lnSpc>
              <a:spcBef>
                <a:spcPct val="0"/>
              </a:spcBef>
            </a:pPr>
            <a:r>
              <a:rPr lang="en-US" sz="4996" spc="-224">
                <a:gradFill>
                  <a:gsLst>
                    <a:gs pos="15000">
                      <a:srgbClr val="C90003">
                        <a:alpha val="100000"/>
                      </a:srgbClr>
                    </a:gs>
                    <a:gs pos="50000">
                      <a:srgbClr val="185100">
                        <a:alpha val="100000"/>
                      </a:srgbClr>
                    </a:gs>
                    <a:gs pos="85000">
                      <a:srgbClr val="64AA38">
                        <a:alpha val="100000"/>
                      </a:srgbClr>
                    </a:gs>
                  </a:gsLst>
                  <a:lin ang="18900000"/>
                </a:gradFill>
                <a:latin typeface="Horizon"/>
                <a:ea typeface="Horizon"/>
                <a:cs typeface="Horizon"/>
                <a:sym typeface="Horizon"/>
              </a:rPr>
              <a:t>28/09</a:t>
            </a:r>
          </a:p>
        </p:txBody>
      </p:sp>
    </p:spTree>
  </p:cSld>
  <p:clrMapOvr>
    <a:masterClrMapping/>
  </p:clrMapOvr>
  <p:transition spd="fast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531644" y="1028700"/>
          <a:ext cx="7586157" cy="4274588"/>
        </p:xfrm>
        <a:graphic>
          <a:graphicData uri="http://schemas.openxmlformats.org/presentationml/2006/ole">
            <p:oleObj imgW="9105900" imgH="5791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true" rot="2866478">
            <a:off x="-4238908" y="-10990327"/>
            <a:ext cx="11662619" cy="14286059"/>
          </a:xfrm>
          <a:custGeom>
            <a:avLst/>
            <a:gdLst/>
            <a:ahLst/>
            <a:cxnLst/>
            <a:rect r="r" b="b" t="t" l="l"/>
            <a:pathLst>
              <a:path h="14286059" w="11662619">
                <a:moveTo>
                  <a:pt x="0" y="14286059"/>
                </a:moveTo>
                <a:lnTo>
                  <a:pt x="11662619" y="14286059"/>
                </a:lnTo>
                <a:lnTo>
                  <a:pt x="11662619" y="0"/>
                </a:lnTo>
                <a:lnTo>
                  <a:pt x="0" y="0"/>
                </a:lnTo>
                <a:lnTo>
                  <a:pt x="0" y="1428605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7105290">
            <a:off x="11961863" y="5048929"/>
            <a:ext cx="11662619" cy="14286059"/>
          </a:xfrm>
          <a:custGeom>
            <a:avLst/>
            <a:gdLst/>
            <a:ahLst/>
            <a:cxnLst/>
            <a:rect r="r" b="b" t="t" l="l"/>
            <a:pathLst>
              <a:path h="14286059" w="11662619">
                <a:moveTo>
                  <a:pt x="0" y="14286059"/>
                </a:moveTo>
                <a:lnTo>
                  <a:pt x="11662619" y="14286059"/>
                </a:lnTo>
                <a:lnTo>
                  <a:pt x="11662619" y="0"/>
                </a:lnTo>
                <a:lnTo>
                  <a:pt x="0" y="0"/>
                </a:lnTo>
                <a:lnTo>
                  <a:pt x="0" y="1428605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02521" y="30970"/>
            <a:ext cx="2882958" cy="910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4"/>
              </a:lnSpc>
              <a:spcBef>
                <a:spcPct val="0"/>
              </a:spcBef>
            </a:pPr>
            <a:r>
              <a:rPr lang="en-US" sz="4996" spc="-224">
                <a:gradFill>
                  <a:gsLst>
                    <a:gs pos="15000">
                      <a:srgbClr val="C90003">
                        <a:alpha val="100000"/>
                      </a:srgbClr>
                    </a:gs>
                    <a:gs pos="50000">
                      <a:srgbClr val="185100">
                        <a:alpha val="100000"/>
                      </a:srgbClr>
                    </a:gs>
                    <a:gs pos="85000">
                      <a:srgbClr val="64AA38">
                        <a:alpha val="100000"/>
                      </a:srgbClr>
                    </a:gs>
                  </a:gsLst>
                  <a:lin ang="18900000"/>
                </a:gradFill>
                <a:latin typeface="Horizon"/>
                <a:ea typeface="Horizon"/>
                <a:cs typeface="Horizon"/>
                <a:sym typeface="Horizon"/>
              </a:rPr>
              <a:t>29/09</a:t>
            </a:r>
          </a:p>
        </p:txBody>
      </p:sp>
    </p:spTree>
  </p:cSld>
  <p:clrMapOvr>
    <a:masterClrMapping/>
  </p:clrMapOvr>
  <p:transition spd="fast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192767" y="1028700"/>
          <a:ext cx="7586157" cy="4274588"/>
        </p:xfrm>
        <a:graphic>
          <a:graphicData uri="http://schemas.openxmlformats.org/presentationml/2006/ole">
            <p:oleObj imgW="9105900" imgH="5791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true" rot="2866478">
            <a:off x="-4124466" y="-10829906"/>
            <a:ext cx="11662619" cy="14286059"/>
          </a:xfrm>
          <a:custGeom>
            <a:avLst/>
            <a:gdLst/>
            <a:ahLst/>
            <a:cxnLst/>
            <a:rect r="r" b="b" t="t" l="l"/>
            <a:pathLst>
              <a:path h="14286059" w="11662619">
                <a:moveTo>
                  <a:pt x="0" y="14286059"/>
                </a:moveTo>
                <a:lnTo>
                  <a:pt x="11662619" y="14286059"/>
                </a:lnTo>
                <a:lnTo>
                  <a:pt x="11662619" y="0"/>
                </a:lnTo>
                <a:lnTo>
                  <a:pt x="0" y="0"/>
                </a:lnTo>
                <a:lnTo>
                  <a:pt x="0" y="1428605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63637" y="26083"/>
            <a:ext cx="9329635" cy="910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4"/>
              </a:lnSpc>
              <a:spcBef>
                <a:spcPct val="0"/>
              </a:spcBef>
            </a:pPr>
            <a:r>
              <a:rPr lang="en-US" sz="4996" spc="-224">
                <a:gradFill>
                  <a:gsLst>
                    <a:gs pos="15000">
                      <a:srgbClr val="C90003">
                        <a:alpha val="100000"/>
                      </a:srgbClr>
                    </a:gs>
                    <a:gs pos="50000">
                      <a:srgbClr val="185100">
                        <a:alpha val="100000"/>
                      </a:srgbClr>
                    </a:gs>
                    <a:gs pos="85000">
                      <a:srgbClr val="64AA38">
                        <a:alpha val="100000"/>
                      </a:srgbClr>
                    </a:gs>
                  </a:gsLst>
                  <a:lin ang="18900000"/>
                </a:gradFill>
                <a:latin typeface="Horizon"/>
                <a:ea typeface="Horizon"/>
                <a:cs typeface="Horizon"/>
                <a:sym typeface="Horizon"/>
              </a:rPr>
              <a:t>30/09 - DIA DO PITCH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91613" y="9309300"/>
            <a:ext cx="12504773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 spc="-90">
                <a:solidFill>
                  <a:srgbClr val="C90003"/>
                </a:solidFill>
                <a:latin typeface="Horizon"/>
                <a:ea typeface="Horizon"/>
                <a:cs typeface="Horizon"/>
                <a:sym typeface="Horizon"/>
              </a:rPr>
              <a:t>Cada equipe terá 15 minutos no total para apresentação, incluindo as dúvidas dos avaliadores.</a:t>
            </a:r>
          </a:p>
        </p:txBody>
      </p:sp>
    </p:spTree>
  </p:cSld>
  <p:clrMapOvr>
    <a:masterClrMapping/>
  </p:clrMapOvr>
  <p:transition spd="fast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372795" y="2397405"/>
          <a:ext cx="7586157" cy="4274588"/>
        </p:xfrm>
        <a:graphic>
          <a:graphicData uri="http://schemas.openxmlformats.org/presentationml/2006/ole">
            <p:oleObj imgW="9105900" imgH="5791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true" rot="2866478">
            <a:off x="-4124466" y="-10829906"/>
            <a:ext cx="11662619" cy="14286059"/>
          </a:xfrm>
          <a:custGeom>
            <a:avLst/>
            <a:gdLst/>
            <a:ahLst/>
            <a:cxnLst/>
            <a:rect r="r" b="b" t="t" l="l"/>
            <a:pathLst>
              <a:path h="14286059" w="11662619">
                <a:moveTo>
                  <a:pt x="0" y="14286059"/>
                </a:moveTo>
                <a:lnTo>
                  <a:pt x="11662619" y="14286059"/>
                </a:lnTo>
                <a:lnTo>
                  <a:pt x="11662619" y="0"/>
                </a:lnTo>
                <a:lnTo>
                  <a:pt x="0" y="0"/>
                </a:lnTo>
                <a:lnTo>
                  <a:pt x="0" y="1428605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02521" y="1170288"/>
            <a:ext cx="2882958" cy="910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4"/>
              </a:lnSpc>
              <a:spcBef>
                <a:spcPct val="0"/>
              </a:spcBef>
            </a:pPr>
            <a:r>
              <a:rPr lang="en-US" sz="4996" spc="-224">
                <a:gradFill>
                  <a:gsLst>
                    <a:gs pos="15000">
                      <a:srgbClr val="C90003">
                        <a:alpha val="100000"/>
                      </a:srgbClr>
                    </a:gs>
                    <a:gs pos="50000">
                      <a:srgbClr val="185100">
                        <a:alpha val="100000"/>
                      </a:srgbClr>
                    </a:gs>
                    <a:gs pos="85000">
                      <a:srgbClr val="64AA38">
                        <a:alpha val="100000"/>
                      </a:srgbClr>
                    </a:gs>
                  </a:gsLst>
                  <a:lin ang="18900000"/>
                </a:gradFill>
                <a:latin typeface="Horizon"/>
                <a:ea typeface="Horizon"/>
                <a:cs typeface="Horizon"/>
                <a:sym typeface="Horizon"/>
              </a:rPr>
              <a:t>01/09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2866478">
            <a:off x="13747169" y="-4902348"/>
            <a:ext cx="11662619" cy="14286059"/>
          </a:xfrm>
          <a:custGeom>
            <a:avLst/>
            <a:gdLst/>
            <a:ahLst/>
            <a:cxnLst/>
            <a:rect r="r" b="b" t="t" l="l"/>
            <a:pathLst>
              <a:path h="14286059" w="11662619">
                <a:moveTo>
                  <a:pt x="0" y="14286059"/>
                </a:moveTo>
                <a:lnTo>
                  <a:pt x="11662618" y="14286059"/>
                </a:lnTo>
                <a:lnTo>
                  <a:pt x="11662618" y="0"/>
                </a:lnTo>
                <a:lnTo>
                  <a:pt x="0" y="0"/>
                </a:lnTo>
                <a:lnTo>
                  <a:pt x="0" y="1428605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46801" y="2223201"/>
            <a:ext cx="2461731" cy="2534600"/>
          </a:xfrm>
          <a:custGeom>
            <a:avLst/>
            <a:gdLst/>
            <a:ahLst/>
            <a:cxnLst/>
            <a:rect r="r" b="b" t="t" l="l"/>
            <a:pathLst>
              <a:path h="2534600" w="2461731">
                <a:moveTo>
                  <a:pt x="0" y="0"/>
                </a:moveTo>
                <a:lnTo>
                  <a:pt x="2461731" y="0"/>
                </a:lnTo>
                <a:lnTo>
                  <a:pt x="2461731" y="2534601"/>
                </a:lnTo>
                <a:lnTo>
                  <a:pt x="0" y="25346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59252" y="3952092"/>
            <a:ext cx="10769496" cy="203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63"/>
              </a:lnSpc>
              <a:spcBef>
                <a:spcPct val="0"/>
              </a:spcBef>
            </a:pPr>
            <a:r>
              <a:rPr lang="en-US" sz="11188" spc="-503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DUVIDAS ?</a:t>
            </a:r>
          </a:p>
        </p:txBody>
      </p:sp>
    </p:spTree>
  </p:cSld>
  <p:clrMapOvr>
    <a:masterClrMapping/>
  </p:clrMapOvr>
  <p:transition spd="fast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2866478">
            <a:off x="-3997815" y="-10269610"/>
            <a:ext cx="11662619" cy="14286059"/>
          </a:xfrm>
          <a:custGeom>
            <a:avLst/>
            <a:gdLst/>
            <a:ahLst/>
            <a:cxnLst/>
            <a:rect r="r" b="b" t="t" l="l"/>
            <a:pathLst>
              <a:path h="14286059" w="11662619">
                <a:moveTo>
                  <a:pt x="0" y="14286059"/>
                </a:moveTo>
                <a:lnTo>
                  <a:pt x="11662619" y="14286059"/>
                </a:lnTo>
                <a:lnTo>
                  <a:pt x="11662619" y="0"/>
                </a:lnTo>
                <a:lnTo>
                  <a:pt x="0" y="0"/>
                </a:lnTo>
                <a:lnTo>
                  <a:pt x="0" y="1428605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7105290">
            <a:off x="12370208" y="3430135"/>
            <a:ext cx="11662619" cy="14286059"/>
          </a:xfrm>
          <a:custGeom>
            <a:avLst/>
            <a:gdLst/>
            <a:ahLst/>
            <a:cxnLst/>
            <a:rect r="r" b="b" t="t" l="l"/>
            <a:pathLst>
              <a:path h="14286059" w="11662619">
                <a:moveTo>
                  <a:pt x="0" y="14286059"/>
                </a:moveTo>
                <a:lnTo>
                  <a:pt x="11662619" y="14286059"/>
                </a:lnTo>
                <a:lnTo>
                  <a:pt x="11662619" y="0"/>
                </a:lnTo>
                <a:lnTo>
                  <a:pt x="0" y="0"/>
                </a:lnTo>
                <a:lnTo>
                  <a:pt x="0" y="1428605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06735" y="197316"/>
            <a:ext cx="8674530" cy="10194426"/>
          </a:xfrm>
          <a:custGeom>
            <a:avLst/>
            <a:gdLst/>
            <a:ahLst/>
            <a:cxnLst/>
            <a:rect r="r" b="b" t="t" l="l"/>
            <a:pathLst>
              <a:path h="10194426" w="8674530">
                <a:moveTo>
                  <a:pt x="0" y="0"/>
                </a:moveTo>
                <a:lnTo>
                  <a:pt x="8674530" y="0"/>
                </a:lnTo>
                <a:lnTo>
                  <a:pt x="8674530" y="10194426"/>
                </a:lnTo>
                <a:lnTo>
                  <a:pt x="0" y="10194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22195" y="3952092"/>
            <a:ext cx="15643611" cy="203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63"/>
              </a:lnSpc>
              <a:spcBef>
                <a:spcPct val="0"/>
              </a:spcBef>
            </a:pPr>
            <a:r>
              <a:rPr lang="en-US" sz="11188" spc="-503">
                <a:gradFill>
                  <a:gsLst>
                    <a:gs pos="15000">
                      <a:srgbClr val="C90003">
                        <a:alpha val="100000"/>
                      </a:srgbClr>
                    </a:gs>
                    <a:gs pos="50000">
                      <a:srgbClr val="185100">
                        <a:alpha val="100000"/>
                      </a:srgbClr>
                    </a:gs>
                    <a:gs pos="85000">
                      <a:srgbClr val="64AA38">
                        <a:alpha val="100000"/>
                      </a:srgbClr>
                    </a:gs>
                  </a:gsLst>
                  <a:lin ang="18900000"/>
                </a:gradFill>
                <a:latin typeface="Horizon"/>
                <a:ea typeface="Horizon"/>
                <a:cs typeface="Horizon"/>
                <a:sym typeface="Horizon"/>
              </a:rPr>
              <a:t>DESAFIOS</a:t>
            </a:r>
          </a:p>
        </p:txBody>
      </p:sp>
    </p:spTree>
  </p:cSld>
  <p:clrMapOvr>
    <a:masterClrMapping/>
  </p:clrMapOvr>
  <p:transition spd="fast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270000">
            <a:off x="-226966" y="-10324512"/>
            <a:ext cx="11662619" cy="14286059"/>
          </a:xfrm>
          <a:custGeom>
            <a:avLst/>
            <a:gdLst/>
            <a:ahLst/>
            <a:cxnLst/>
            <a:rect r="r" b="b" t="t" l="l"/>
            <a:pathLst>
              <a:path h="14286059" w="11662619">
                <a:moveTo>
                  <a:pt x="0" y="14286059"/>
                </a:moveTo>
                <a:lnTo>
                  <a:pt x="11662618" y="14286059"/>
                </a:lnTo>
                <a:lnTo>
                  <a:pt x="11662618" y="0"/>
                </a:lnTo>
                <a:lnTo>
                  <a:pt x="0" y="0"/>
                </a:lnTo>
                <a:lnTo>
                  <a:pt x="0" y="1428605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270000">
            <a:off x="13792633" y="-9958551"/>
            <a:ext cx="11662619" cy="14286059"/>
          </a:xfrm>
          <a:custGeom>
            <a:avLst/>
            <a:gdLst/>
            <a:ahLst/>
            <a:cxnLst/>
            <a:rect r="r" b="b" t="t" l="l"/>
            <a:pathLst>
              <a:path h="14286059" w="11662619">
                <a:moveTo>
                  <a:pt x="0" y="14286059"/>
                </a:moveTo>
                <a:lnTo>
                  <a:pt x="11662619" y="14286059"/>
                </a:lnTo>
                <a:lnTo>
                  <a:pt x="11662619" y="0"/>
                </a:lnTo>
                <a:lnTo>
                  <a:pt x="0" y="0"/>
                </a:lnTo>
                <a:lnTo>
                  <a:pt x="0" y="1428605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40383" y="7881200"/>
            <a:ext cx="1407234" cy="1631575"/>
          </a:xfrm>
          <a:custGeom>
            <a:avLst/>
            <a:gdLst/>
            <a:ahLst/>
            <a:cxnLst/>
            <a:rect r="r" b="b" t="t" l="l"/>
            <a:pathLst>
              <a:path h="1631575" w="1407234">
                <a:moveTo>
                  <a:pt x="0" y="0"/>
                </a:moveTo>
                <a:lnTo>
                  <a:pt x="1407234" y="0"/>
                </a:lnTo>
                <a:lnTo>
                  <a:pt x="1407234" y="1631575"/>
                </a:lnTo>
                <a:lnTo>
                  <a:pt x="0" y="1631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25758" y="3424698"/>
            <a:ext cx="17037614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b="true" sz="27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9033D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Um arquivo de extensão .zip será disponibilizado por um QRcode para os lideres das equipes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4628" y="4953778"/>
            <a:ext cx="17038745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Ao abrir o arquivo, exigirá uma senha, esse é o primeiro desafio da equipe, resolver o enigma.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5644" y="6482858"/>
            <a:ext cx="17537842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Após a resolução, os agentes vão poder finalmente interagir com os reveses, boa sorte agentes!</a:t>
            </a:r>
          </a:p>
        </p:txBody>
      </p:sp>
    </p:spTree>
  </p:cSld>
  <p:clrMapOvr>
    <a:masterClrMapping/>
  </p:clrMapOvr>
  <p:transition spd="fast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079540" y="2389356"/>
            <a:ext cx="20447081" cy="1536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84"/>
              </a:lnSpc>
              <a:spcBef>
                <a:spcPct val="0"/>
              </a:spcBef>
            </a:pPr>
            <a:r>
              <a:rPr lang="en-US" sz="8489" spc="-38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Horizon"/>
                <a:ea typeface="Horizon"/>
                <a:cs typeface="Horizon"/>
                <a:sym typeface="Horizon"/>
              </a:rPr>
              <a:t>a senha.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5270000">
            <a:off x="447533" y="-10603215"/>
            <a:ext cx="11662619" cy="14286059"/>
          </a:xfrm>
          <a:custGeom>
            <a:avLst/>
            <a:gdLst/>
            <a:ahLst/>
            <a:cxnLst/>
            <a:rect r="r" b="b" t="t" l="l"/>
            <a:pathLst>
              <a:path h="14286059" w="11662619">
                <a:moveTo>
                  <a:pt x="0" y="14286058"/>
                </a:moveTo>
                <a:lnTo>
                  <a:pt x="11662619" y="14286058"/>
                </a:lnTo>
                <a:lnTo>
                  <a:pt x="11662619" y="0"/>
                </a:lnTo>
                <a:lnTo>
                  <a:pt x="0" y="0"/>
                </a:lnTo>
                <a:lnTo>
                  <a:pt x="0" y="1428605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270000">
            <a:off x="14236276" y="-10603215"/>
            <a:ext cx="11662619" cy="14286059"/>
          </a:xfrm>
          <a:custGeom>
            <a:avLst/>
            <a:gdLst/>
            <a:ahLst/>
            <a:cxnLst/>
            <a:rect r="r" b="b" t="t" l="l"/>
            <a:pathLst>
              <a:path h="14286059" w="11662619">
                <a:moveTo>
                  <a:pt x="0" y="14286058"/>
                </a:moveTo>
                <a:lnTo>
                  <a:pt x="11662619" y="14286058"/>
                </a:lnTo>
                <a:lnTo>
                  <a:pt x="11662619" y="0"/>
                </a:lnTo>
                <a:lnTo>
                  <a:pt x="0" y="0"/>
                </a:lnTo>
                <a:lnTo>
                  <a:pt x="0" y="1428605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52066" y="7626725"/>
            <a:ext cx="1407234" cy="1631575"/>
          </a:xfrm>
          <a:custGeom>
            <a:avLst/>
            <a:gdLst/>
            <a:ahLst/>
            <a:cxnLst/>
            <a:rect r="r" b="b" t="t" l="l"/>
            <a:pathLst>
              <a:path h="1631575" w="1407234">
                <a:moveTo>
                  <a:pt x="0" y="0"/>
                </a:moveTo>
                <a:lnTo>
                  <a:pt x="1407234" y="0"/>
                </a:lnTo>
                <a:lnTo>
                  <a:pt x="1407234" y="1631575"/>
                </a:lnTo>
                <a:lnTo>
                  <a:pt x="0" y="1631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50386" y="4565010"/>
            <a:ext cx="15787228" cy="226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19"/>
              </a:lnSpc>
            </a:pPr>
            <a:r>
              <a:rPr lang="en-US" sz="4299">
                <a:solidFill>
                  <a:srgbClr val="FA3A2F"/>
                </a:solidFill>
                <a:latin typeface="IBM Plex Mono"/>
                <a:ea typeface="IBM Plex Mono"/>
                <a:cs typeface="IBM Plex Mono"/>
                <a:sym typeface="IBM Plex Mono"/>
              </a:rPr>
              <a:t>Eu sou você, u</a:t>
            </a:r>
            <a:r>
              <a:rPr lang="en-US" sz="4299">
                <a:solidFill>
                  <a:srgbClr val="FA3A2F"/>
                </a:solidFill>
                <a:latin typeface="IBM Plex Mono"/>
                <a:ea typeface="IBM Plex Mono"/>
                <a:cs typeface="IBM Plex Mono"/>
                <a:sym typeface="IBM Plex Mono"/>
              </a:rPr>
              <a:t>m fenômeno auto-replicante de baixa entropia que gera uma força de ligação</a:t>
            </a:r>
          </a:p>
          <a:p>
            <a:pPr algn="just">
              <a:lnSpc>
                <a:spcPts val="6019"/>
              </a:lnSpc>
            </a:pPr>
            <a:r>
              <a:rPr lang="en-US" sz="4299">
                <a:solidFill>
                  <a:srgbClr val="FA3A2F"/>
                </a:solidFill>
                <a:latin typeface="IBM Plex Mono"/>
                <a:ea typeface="IBM Plex Mono"/>
                <a:cs typeface="IBM Plex Mono"/>
                <a:sym typeface="IBM Plex Mono"/>
              </a:rPr>
              <a:t>chamada compaixão.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9475" y="7823203"/>
            <a:ext cx="4183209" cy="73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FA3A2F"/>
                </a:solidFill>
                <a:latin typeface="IBM Plex Mono"/>
                <a:ea typeface="IBM Plex Mono"/>
                <a:cs typeface="IBM Plex Mono"/>
                <a:sym typeface="IBM Plex Mono"/>
              </a:rPr>
              <a:t>Oque eu sou?</a:t>
            </a:r>
          </a:p>
        </p:txBody>
      </p:sp>
    </p:spTree>
  </p:cSld>
  <p:clrMapOvr>
    <a:masterClrMapping/>
  </p:clrMapOvr>
  <p:transition spd="fast">
    <p:push dir="l"/>
  </p:transition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10887" y="4633595"/>
            <a:ext cx="15666226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https://github.com/MaikTheWay/hackaton-project-uni-2026/blob/main/index.html</a:t>
            </a:r>
          </a:p>
        </p:txBody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DAHIRPFs0qk</dc:identifier>
  <dcterms:modified xsi:type="dcterms:W3CDTF">2011-08-01T06:04:30Z</dcterms:modified>
  <cp:revision>1</cp:revision>
  <dc:title>Unimetrocamp</dc:title>
</cp:coreProperties>
</file>